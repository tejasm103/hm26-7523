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5B068F3-2F77-4935-B390-C9683A5048DE}" v="26" dt="2026-09-20T16:03:07.89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1" d="100"/>
          <a:sy n="91" d="100"/>
        </p:scale>
        <p:origin x="322" y="35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ejasmteju310@gmail.com" userId="8d27bdb2c1c9b278" providerId="LiveId" clId="{F2073E7F-D032-40F3-A462-A9677D55E69F}"/>
    <pc:docChg chg="undo custSel addSld modSld">
      <pc:chgData name="tejasmteju310@gmail.com" userId="8d27bdb2c1c9b278" providerId="LiveId" clId="{F2073E7F-D032-40F3-A462-A9677D55E69F}" dt="2026-09-20T16:04:38.249" v="263" actId="27636"/>
      <pc:docMkLst>
        <pc:docMk/>
      </pc:docMkLst>
      <pc:sldChg chg="modSp mod">
        <pc:chgData name="tejasmteju310@gmail.com" userId="8d27bdb2c1c9b278" providerId="LiveId" clId="{F2073E7F-D032-40F3-A462-A9677D55E69F}" dt="2026-09-20T15:45:53.215" v="26" actId="20577"/>
        <pc:sldMkLst>
          <pc:docMk/>
          <pc:sldMk cId="3679324410" sldId="256"/>
        </pc:sldMkLst>
        <pc:spChg chg="mod">
          <ac:chgData name="tejasmteju310@gmail.com" userId="8d27bdb2c1c9b278" providerId="LiveId" clId="{F2073E7F-D032-40F3-A462-A9677D55E69F}" dt="2026-09-20T15:44:34.857" v="3" actId="14100"/>
          <ac:spMkLst>
            <pc:docMk/>
            <pc:sldMk cId="3679324410" sldId="256"/>
            <ac:spMk id="2" creationId="{7BD3346C-018D-9F77-28FC-B1CCD7768037}"/>
          </ac:spMkLst>
        </pc:spChg>
        <pc:spChg chg="mod">
          <ac:chgData name="tejasmteju310@gmail.com" userId="8d27bdb2c1c9b278" providerId="LiveId" clId="{F2073E7F-D032-40F3-A462-A9677D55E69F}" dt="2026-09-20T15:45:53.215" v="26" actId="20577"/>
          <ac:spMkLst>
            <pc:docMk/>
            <pc:sldMk cId="3679324410" sldId="256"/>
            <ac:spMk id="3" creationId="{66726B30-881F-DBD1-60B4-E0820F697658}"/>
          </ac:spMkLst>
        </pc:spChg>
      </pc:sldChg>
      <pc:sldChg chg="modSp new mod">
        <pc:chgData name="tejasmteju310@gmail.com" userId="8d27bdb2c1c9b278" providerId="LiveId" clId="{F2073E7F-D032-40F3-A462-A9677D55E69F}" dt="2026-09-20T15:46:40.048" v="39" actId="5793"/>
        <pc:sldMkLst>
          <pc:docMk/>
          <pc:sldMk cId="723818818" sldId="257"/>
        </pc:sldMkLst>
        <pc:spChg chg="mod">
          <ac:chgData name="tejasmteju310@gmail.com" userId="8d27bdb2c1c9b278" providerId="LiveId" clId="{F2073E7F-D032-40F3-A462-A9677D55E69F}" dt="2026-09-20T15:46:28.419" v="33"/>
          <ac:spMkLst>
            <pc:docMk/>
            <pc:sldMk cId="723818818" sldId="257"/>
            <ac:spMk id="2" creationId="{E1F369BF-8C2B-3C89-3480-FC12895F482F}"/>
          </ac:spMkLst>
        </pc:spChg>
        <pc:spChg chg="mod">
          <ac:chgData name="tejasmteju310@gmail.com" userId="8d27bdb2c1c9b278" providerId="LiveId" clId="{F2073E7F-D032-40F3-A462-A9677D55E69F}" dt="2026-09-20T15:46:40.048" v="39" actId="5793"/>
          <ac:spMkLst>
            <pc:docMk/>
            <pc:sldMk cId="723818818" sldId="257"/>
            <ac:spMk id="3" creationId="{BFBBF9C0-8EB7-D92E-3352-B8C511065191}"/>
          </ac:spMkLst>
        </pc:spChg>
      </pc:sldChg>
      <pc:sldChg chg="addSp delSp modSp new mod">
        <pc:chgData name="tejasmteju310@gmail.com" userId="8d27bdb2c1c9b278" providerId="LiveId" clId="{F2073E7F-D032-40F3-A462-A9677D55E69F}" dt="2026-09-20T15:51:05.738" v="58" actId="5793"/>
        <pc:sldMkLst>
          <pc:docMk/>
          <pc:sldMk cId="3737102835" sldId="258"/>
        </pc:sldMkLst>
        <pc:spChg chg="mod">
          <ac:chgData name="tejasmteju310@gmail.com" userId="8d27bdb2c1c9b278" providerId="LiveId" clId="{F2073E7F-D032-40F3-A462-A9677D55E69F}" dt="2026-09-20T15:50:57.508" v="55"/>
          <ac:spMkLst>
            <pc:docMk/>
            <pc:sldMk cId="3737102835" sldId="258"/>
            <ac:spMk id="2" creationId="{507C9F64-6253-00DA-F9CF-D65F0BBECD1C}"/>
          </ac:spMkLst>
        </pc:spChg>
        <pc:spChg chg="mod">
          <ac:chgData name="tejasmteju310@gmail.com" userId="8d27bdb2c1c9b278" providerId="LiveId" clId="{F2073E7F-D032-40F3-A462-A9677D55E69F}" dt="2026-09-20T15:51:05.738" v="58" actId="5793"/>
          <ac:spMkLst>
            <pc:docMk/>
            <pc:sldMk cId="3737102835" sldId="258"/>
            <ac:spMk id="3" creationId="{B4E0FC2B-C1FA-F346-90D9-2D7C5FFFD22D}"/>
          </ac:spMkLst>
        </pc:spChg>
        <pc:spChg chg="add del">
          <ac:chgData name="tejasmteju310@gmail.com" userId="8d27bdb2c1c9b278" providerId="LiveId" clId="{F2073E7F-D032-40F3-A462-A9677D55E69F}" dt="2026-09-20T15:50:35.258" v="50" actId="22"/>
          <ac:spMkLst>
            <pc:docMk/>
            <pc:sldMk cId="3737102835" sldId="258"/>
            <ac:spMk id="5" creationId="{F29CD35D-641A-A522-35D9-2D5E9D8940E3}"/>
          </ac:spMkLst>
        </pc:spChg>
      </pc:sldChg>
      <pc:sldChg chg="modSp new mod">
        <pc:chgData name="tejasmteju310@gmail.com" userId="8d27bdb2c1c9b278" providerId="LiveId" clId="{F2073E7F-D032-40F3-A462-A9677D55E69F}" dt="2026-09-20T15:51:43.817" v="63"/>
        <pc:sldMkLst>
          <pc:docMk/>
          <pc:sldMk cId="991850052" sldId="259"/>
        </pc:sldMkLst>
        <pc:spChg chg="mod">
          <ac:chgData name="tejasmteju310@gmail.com" userId="8d27bdb2c1c9b278" providerId="LiveId" clId="{F2073E7F-D032-40F3-A462-A9677D55E69F}" dt="2026-09-20T15:51:43.817" v="63"/>
          <ac:spMkLst>
            <pc:docMk/>
            <pc:sldMk cId="991850052" sldId="259"/>
            <ac:spMk id="2" creationId="{86FDFB5F-3D80-084C-26B5-58884A583CDD}"/>
          </ac:spMkLst>
        </pc:spChg>
        <pc:spChg chg="mod">
          <ac:chgData name="tejasmteju310@gmail.com" userId="8d27bdb2c1c9b278" providerId="LiveId" clId="{F2073E7F-D032-40F3-A462-A9677D55E69F}" dt="2026-09-20T15:51:42.307" v="62" actId="27636"/>
          <ac:spMkLst>
            <pc:docMk/>
            <pc:sldMk cId="991850052" sldId="259"/>
            <ac:spMk id="3" creationId="{DDAFF2D3-FC30-F898-8A54-EC652F6E71D8}"/>
          </ac:spMkLst>
        </pc:spChg>
      </pc:sldChg>
      <pc:sldChg chg="addSp delSp modSp new mod">
        <pc:chgData name="tejasmteju310@gmail.com" userId="8d27bdb2c1c9b278" providerId="LiveId" clId="{F2073E7F-D032-40F3-A462-A9677D55E69F}" dt="2026-09-20T15:53:49.823" v="85" actId="14100"/>
        <pc:sldMkLst>
          <pc:docMk/>
          <pc:sldMk cId="924634638" sldId="260"/>
        </pc:sldMkLst>
        <pc:spChg chg="mod">
          <ac:chgData name="tejasmteju310@gmail.com" userId="8d27bdb2c1c9b278" providerId="LiveId" clId="{F2073E7F-D032-40F3-A462-A9677D55E69F}" dt="2026-09-20T15:53:22.409" v="74" actId="14100"/>
          <ac:spMkLst>
            <pc:docMk/>
            <pc:sldMk cId="924634638" sldId="260"/>
            <ac:spMk id="2" creationId="{641FFF52-6493-AADC-0C4B-C2BCDC3E4145}"/>
          </ac:spMkLst>
        </pc:spChg>
        <pc:spChg chg="mod">
          <ac:chgData name="tejasmteju310@gmail.com" userId="8d27bdb2c1c9b278" providerId="LiveId" clId="{F2073E7F-D032-40F3-A462-A9677D55E69F}" dt="2026-09-20T15:53:49.823" v="85" actId="14100"/>
          <ac:spMkLst>
            <pc:docMk/>
            <pc:sldMk cId="924634638" sldId="260"/>
            <ac:spMk id="3" creationId="{E49F203E-5C54-A0BC-9677-37BEC5D4E7A7}"/>
          </ac:spMkLst>
        </pc:spChg>
        <pc:spChg chg="add del mod">
          <ac:chgData name="tejasmteju310@gmail.com" userId="8d27bdb2c1c9b278" providerId="LiveId" clId="{F2073E7F-D032-40F3-A462-A9677D55E69F}" dt="2026-09-20T15:53:16.386" v="73"/>
          <ac:spMkLst>
            <pc:docMk/>
            <pc:sldMk cId="924634638" sldId="260"/>
            <ac:spMk id="4" creationId="{7FA0E237-D39D-5FFD-7B62-BD3A6DF2F7F2}"/>
          </ac:spMkLst>
        </pc:spChg>
        <pc:spChg chg="add del mod">
          <ac:chgData name="tejasmteju310@gmail.com" userId="8d27bdb2c1c9b278" providerId="LiveId" clId="{F2073E7F-D032-40F3-A462-A9677D55E69F}" dt="2026-09-20T15:53:31.876" v="79"/>
          <ac:spMkLst>
            <pc:docMk/>
            <pc:sldMk cId="924634638" sldId="260"/>
            <ac:spMk id="5" creationId="{5CCFF4AA-B31E-3789-4500-EBBE2CEF5C96}"/>
          </ac:spMkLst>
        </pc:spChg>
        <pc:spChg chg="add del mod">
          <ac:chgData name="tejasmteju310@gmail.com" userId="8d27bdb2c1c9b278" providerId="LiveId" clId="{F2073E7F-D032-40F3-A462-A9677D55E69F}" dt="2026-09-20T15:53:41.431" v="84"/>
          <ac:spMkLst>
            <pc:docMk/>
            <pc:sldMk cId="924634638" sldId="260"/>
            <ac:spMk id="6" creationId="{DCAD4193-7236-3E39-AA48-E0AEBEC95685}"/>
          </ac:spMkLst>
        </pc:spChg>
      </pc:sldChg>
      <pc:sldChg chg="modSp new mod">
        <pc:chgData name="tejasmteju310@gmail.com" userId="8d27bdb2c1c9b278" providerId="LiveId" clId="{F2073E7F-D032-40F3-A462-A9677D55E69F}" dt="2026-09-20T15:54:39.794" v="104" actId="5793"/>
        <pc:sldMkLst>
          <pc:docMk/>
          <pc:sldMk cId="3304352030" sldId="261"/>
        </pc:sldMkLst>
        <pc:spChg chg="mod">
          <ac:chgData name="tejasmteju310@gmail.com" userId="8d27bdb2c1c9b278" providerId="LiveId" clId="{F2073E7F-D032-40F3-A462-A9677D55E69F}" dt="2026-09-20T15:54:11.316" v="94"/>
          <ac:spMkLst>
            <pc:docMk/>
            <pc:sldMk cId="3304352030" sldId="261"/>
            <ac:spMk id="2" creationId="{7F52A9C9-468A-4A62-14C8-864BB46FFD53}"/>
          </ac:spMkLst>
        </pc:spChg>
        <pc:spChg chg="mod">
          <ac:chgData name="tejasmteju310@gmail.com" userId="8d27bdb2c1c9b278" providerId="LiveId" clId="{F2073E7F-D032-40F3-A462-A9677D55E69F}" dt="2026-09-20T15:54:39.794" v="104" actId="5793"/>
          <ac:spMkLst>
            <pc:docMk/>
            <pc:sldMk cId="3304352030" sldId="261"/>
            <ac:spMk id="3" creationId="{38B5ED42-D5E1-FCAE-53EE-B30F238ED3F8}"/>
          </ac:spMkLst>
        </pc:spChg>
      </pc:sldChg>
      <pc:sldChg chg="modSp new mod">
        <pc:chgData name="tejasmteju310@gmail.com" userId="8d27bdb2c1c9b278" providerId="LiveId" clId="{F2073E7F-D032-40F3-A462-A9677D55E69F}" dt="2026-09-20T15:56:08.417" v="193" actId="5793"/>
        <pc:sldMkLst>
          <pc:docMk/>
          <pc:sldMk cId="263178816" sldId="262"/>
        </pc:sldMkLst>
        <pc:spChg chg="mod">
          <ac:chgData name="tejasmteju310@gmail.com" userId="8d27bdb2c1c9b278" providerId="LiveId" clId="{F2073E7F-D032-40F3-A462-A9677D55E69F}" dt="2026-09-20T15:55:14.548" v="111" actId="27636"/>
          <ac:spMkLst>
            <pc:docMk/>
            <pc:sldMk cId="263178816" sldId="262"/>
            <ac:spMk id="2" creationId="{924F8096-4932-FE19-F21F-3E22DFAB4596}"/>
          </ac:spMkLst>
        </pc:spChg>
        <pc:spChg chg="mod">
          <ac:chgData name="tejasmteju310@gmail.com" userId="8d27bdb2c1c9b278" providerId="LiveId" clId="{F2073E7F-D032-40F3-A462-A9677D55E69F}" dt="2026-09-20T15:56:08.417" v="193" actId="5793"/>
          <ac:spMkLst>
            <pc:docMk/>
            <pc:sldMk cId="263178816" sldId="262"/>
            <ac:spMk id="3" creationId="{BC03AE57-3051-C727-E8B9-0793423D834D}"/>
          </ac:spMkLst>
        </pc:spChg>
      </pc:sldChg>
      <pc:sldChg chg="modSp new mod">
        <pc:chgData name="tejasmteju310@gmail.com" userId="8d27bdb2c1c9b278" providerId="LiveId" clId="{F2073E7F-D032-40F3-A462-A9677D55E69F}" dt="2026-09-20T16:01:42.731" v="225" actId="5793"/>
        <pc:sldMkLst>
          <pc:docMk/>
          <pc:sldMk cId="2987668475" sldId="263"/>
        </pc:sldMkLst>
        <pc:spChg chg="mod">
          <ac:chgData name="tejasmteju310@gmail.com" userId="8d27bdb2c1c9b278" providerId="LiveId" clId="{F2073E7F-D032-40F3-A462-A9677D55E69F}" dt="2026-09-20T16:00:55.670" v="196"/>
          <ac:spMkLst>
            <pc:docMk/>
            <pc:sldMk cId="2987668475" sldId="263"/>
            <ac:spMk id="2" creationId="{4402A183-BFB4-2D47-29B9-B7E5F43CBFBD}"/>
          </ac:spMkLst>
        </pc:spChg>
        <pc:spChg chg="mod">
          <ac:chgData name="tejasmteju310@gmail.com" userId="8d27bdb2c1c9b278" providerId="LiveId" clId="{F2073E7F-D032-40F3-A462-A9677D55E69F}" dt="2026-09-20T16:01:42.731" v="225" actId="5793"/>
          <ac:spMkLst>
            <pc:docMk/>
            <pc:sldMk cId="2987668475" sldId="263"/>
            <ac:spMk id="3" creationId="{68A49CB2-6039-B807-634A-47519995DD80}"/>
          </ac:spMkLst>
        </pc:spChg>
      </pc:sldChg>
      <pc:sldChg chg="modSp new mod">
        <pc:chgData name="tejasmteju310@gmail.com" userId="8d27bdb2c1c9b278" providerId="LiveId" clId="{F2073E7F-D032-40F3-A462-A9677D55E69F}" dt="2026-09-20T16:02:53.254" v="242" actId="5793"/>
        <pc:sldMkLst>
          <pc:docMk/>
          <pc:sldMk cId="2258228204" sldId="264"/>
        </pc:sldMkLst>
        <pc:spChg chg="mod">
          <ac:chgData name="tejasmteju310@gmail.com" userId="8d27bdb2c1c9b278" providerId="LiveId" clId="{F2073E7F-D032-40F3-A462-A9677D55E69F}" dt="2026-09-20T16:02:30.475" v="230"/>
          <ac:spMkLst>
            <pc:docMk/>
            <pc:sldMk cId="2258228204" sldId="264"/>
            <ac:spMk id="2" creationId="{D69B6D11-2517-13D5-B5A6-7EE6B49E1368}"/>
          </ac:spMkLst>
        </pc:spChg>
        <pc:spChg chg="mod">
          <ac:chgData name="tejasmteju310@gmail.com" userId="8d27bdb2c1c9b278" providerId="LiveId" clId="{F2073E7F-D032-40F3-A462-A9677D55E69F}" dt="2026-09-20T16:02:53.254" v="242" actId="5793"/>
          <ac:spMkLst>
            <pc:docMk/>
            <pc:sldMk cId="2258228204" sldId="264"/>
            <ac:spMk id="3" creationId="{6568237F-DF3B-B26B-6528-EA417256FDBD}"/>
          </ac:spMkLst>
        </pc:spChg>
      </pc:sldChg>
      <pc:sldChg chg="modSp new mod">
        <pc:chgData name="tejasmteju310@gmail.com" userId="8d27bdb2c1c9b278" providerId="LiveId" clId="{F2073E7F-D032-40F3-A462-A9677D55E69F}" dt="2026-09-20T16:04:38.249" v="263" actId="27636"/>
        <pc:sldMkLst>
          <pc:docMk/>
          <pc:sldMk cId="2796542946" sldId="265"/>
        </pc:sldMkLst>
        <pc:spChg chg="mod">
          <ac:chgData name="tejasmteju310@gmail.com" userId="8d27bdb2c1c9b278" providerId="LiveId" clId="{F2073E7F-D032-40F3-A462-A9677D55E69F}" dt="2026-09-20T16:04:38.249" v="263" actId="27636"/>
          <ac:spMkLst>
            <pc:docMk/>
            <pc:sldMk cId="2796542946" sldId="265"/>
            <ac:spMk id="2" creationId="{CF78DAC3-6208-8993-1571-79820A6F0FAC}"/>
          </ac:spMkLst>
        </pc:spChg>
        <pc:spChg chg="mod">
          <ac:chgData name="tejasmteju310@gmail.com" userId="8d27bdb2c1c9b278" providerId="LiveId" clId="{F2073E7F-D032-40F3-A462-A9677D55E69F}" dt="2026-09-20T16:04:12.715" v="261" actId="27636"/>
          <ac:spMkLst>
            <pc:docMk/>
            <pc:sldMk cId="2796542946" sldId="265"/>
            <ac:spMk id="3" creationId="{3388F688-A276-8EB7-CCED-7B395B8F4871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59E1C-C8BB-397E-E9F2-AE896784E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75AD53-F743-26F4-3D0F-8B57D73D76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D5ADAB-1EEC-C6EB-E103-C01E0F3BE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9E5A7-2351-4882-907C-6A213B90E323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F3F837-99AC-06AA-4722-A5CE7DD2A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E76BB2-F079-D7A3-0F79-11815A5B9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E5712-FBD6-4186-BDF2-585A0F2E1E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41033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ED8DD-A1B4-F5AE-358C-8221D01BC3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A3035F-DA84-8376-7590-E1F27A43D4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D75278-F332-D5CB-FF79-3FED9848A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9E5A7-2351-4882-907C-6A213B90E323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F08CA4-34E2-EB28-DEF6-62217FD313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A4CB12-D589-B0A8-F8F6-A4B197E96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E5712-FBD6-4186-BDF2-585A0F2E1E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74157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A9BBB-CCE6-14FD-C38C-1E82728587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3FE08F-E56F-D139-9067-A32EE48FD4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85AF14-FBB3-65A8-2733-E8A27FF79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9E5A7-2351-4882-907C-6A213B90E323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A627EA-500C-5F12-7776-39AC1AB693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1BFC72-2311-7B6B-EB7A-C714026E3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E5712-FBD6-4186-BDF2-585A0F2E1E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28719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56E8E9-9EDA-42FB-8E80-4AE4C5D5F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6D42A8-14F3-A5FE-0A5C-C31D434A69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8EE9D2-BB0B-526D-F73E-0A4DD0C5E4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0A397D-F862-2E64-3800-D08D62989F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9E5A7-2351-4882-907C-6A213B90E323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739A66-E69D-4884-C1E7-80F3CE91D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FFC33B-C6A3-24BC-AB95-9460E8AFA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E5712-FBD6-4186-BDF2-585A0F2E1E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25279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AD707-06DC-F2B4-C8E4-8635A1B805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656F1F-C718-09C7-38EB-ABDC81B007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EEFA8-8EEF-3A97-E699-4782542197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7C25D1-90C0-B648-9C05-B5C0610B34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09D3AE0-64BB-79D1-9466-3B5551E1C7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B25C459-CBF0-34D3-4E8F-51297A6304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9E5A7-2351-4882-907C-6A213B90E323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FB370FF-E61A-2E6B-6FF8-D9D6BDE81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43DAC0-B6BC-ECF6-7939-44FCA7CE0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E5712-FBD6-4186-BDF2-585A0F2E1E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72581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358C8-D1F9-1C7C-ABC2-ACCA91BD3D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F5888A-3166-55F8-3F5B-8ACF6A489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9E5A7-2351-4882-907C-6A213B90E323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9E6CB4-013A-8A2E-7CFC-9C36D2450A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9E6988-F828-289B-F6A2-357F0C397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E5712-FBD6-4186-BDF2-585A0F2E1E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51637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1086BE5-4514-34A6-7FD9-B51E7A50D7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9E5A7-2351-4882-907C-6A213B90E323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3937713-DA7E-A24C-5D5B-22D585825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CABAF2-9DD2-EA50-724F-9AB3BEBB6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E5712-FBD6-4186-BDF2-585A0F2E1E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01441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823CB-28C2-238A-C694-73897A50D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94D8B7-AB2E-52A4-E0AF-71878F9F57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7FF1FD-406A-EE87-45C2-ABCBD76435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5B676E-F5D6-FCAF-47BE-A1623E82B9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9E5A7-2351-4882-907C-6A213B90E323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A8BB57-F93D-4BB9-8DB6-A9723E40C8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8C6B97-CC8A-72AD-B2EC-7EF1974CD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E5712-FBD6-4186-BDF2-585A0F2E1E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20351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496FC-87EA-5A28-67BE-44D48A00B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FFF5D4F-C7B4-03CE-B762-F2C2B9ED46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0CABC9-8530-7F07-8C97-148A42A0BE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846B0C-C5FD-A930-0D1D-8EC1E20174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9E5A7-2351-4882-907C-6A213B90E323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ACF8A5-5F11-3ED8-C610-BC95E2524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8E8CEF-B567-250A-3CE1-6DEBDB498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E5712-FBD6-4186-BDF2-585A0F2E1E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41296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DE4F7-E208-16E5-0531-C87F567496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500409-CE6C-5E0D-09AA-527BB1394B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C19347-1C1C-78BA-C0CC-E94E0B01E4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9E5A7-2351-4882-907C-6A213B90E323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C87161-6D34-E35A-950E-BD3297E53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C8600A-AD8C-6810-14C6-54CEEAE19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E5712-FBD6-4186-BDF2-585A0F2E1E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62794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DEAC502-0C9A-5BC1-F41F-EB86C558F4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CFCDBF-269A-35BC-020F-5EACFE282D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986344-0578-B590-8CB1-05D95D6B8D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9E5A7-2351-4882-907C-6A213B90E323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E21AA2-8C3C-1A9D-373C-A0C74D9DBC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2885FC-98EE-47D8-29DC-52B3DC52A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E5712-FBD6-4186-BDF2-585A0F2E1E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2873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61EA7E-4006-72D8-14BB-A5B973D4FD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239FF8-FCFE-5812-247D-E5F4B13E6A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681920-4E65-94E7-E213-E824E58D7F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49E5A7-2351-4882-907C-6A213B90E323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51F99C-4422-6BB4-F443-D5D476C755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F3771A-42CC-9BDA-37C4-BC32E25991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DE5712-FBD6-4186-BDF2-585A0F2E1E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77154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D3346C-018D-9F77-28FC-B1CCD77680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6503"/>
            <a:ext cx="9144000" cy="1098958"/>
          </a:xfrm>
        </p:spPr>
        <p:txBody>
          <a:bodyPr/>
          <a:lstStyle/>
          <a:p>
            <a:r>
              <a:rPr lang="en-IN" dirty="0"/>
              <a:t>MYSURU CIVIC ROUTER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726B30-881F-DBD1-60B4-E0820F6976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365695"/>
            <a:ext cx="9144000" cy="3942825"/>
          </a:xfrm>
        </p:spPr>
        <p:txBody>
          <a:bodyPr/>
          <a:lstStyle/>
          <a:p>
            <a:r>
              <a:rPr lang="en-IN" b="1" dirty="0"/>
              <a:t>Intelligent Civic Complaint Routing System</a:t>
            </a:r>
          </a:p>
          <a:p>
            <a:r>
              <a:rPr lang="en-IN" b="1" dirty="0"/>
              <a:t>HACKMYSURU </a:t>
            </a:r>
            <a:br>
              <a:rPr lang="en-IN" dirty="0"/>
            </a:br>
            <a:r>
              <a:rPr lang="en-IN" b="1" dirty="0"/>
              <a:t>Civic Governance &amp; Clean Mysuru</a:t>
            </a:r>
            <a:endParaRPr lang="en-IN" dirty="0"/>
          </a:p>
          <a:p>
            <a:r>
              <a:rPr lang="en-IN" b="1" dirty="0"/>
              <a:t>Team ID</a:t>
            </a:r>
          </a:p>
          <a:p>
            <a:r>
              <a:rPr lang="en-IN" b="1" dirty="0"/>
              <a:t>HM26-7523</a:t>
            </a:r>
            <a:endParaRPr lang="en-IN" dirty="0"/>
          </a:p>
          <a:p>
            <a:r>
              <a:rPr lang="en-IN" b="1" dirty="0"/>
              <a:t>Team</a:t>
            </a:r>
          </a:p>
          <a:p>
            <a:r>
              <a:rPr lang="en-IN" b="1" dirty="0"/>
              <a:t>Tejas M • Jeevan Nag N • Yashas M • Nikhil M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793244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369BF-8C2B-3C89-3480-FC12895F4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THE PROBLEM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BBF9C0-8EB7-D92E-3352-B8C5110651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Citizens report civic issues, but often don't know </a:t>
            </a:r>
            <a:r>
              <a:rPr lang="en-IN" b="1" dirty="0"/>
              <a:t>which authority is responsible</a:t>
            </a:r>
            <a:r>
              <a:rPr lang="en-IN" dirty="0"/>
              <a:t>.</a:t>
            </a:r>
          </a:p>
          <a:p>
            <a:pPr lvl="0"/>
            <a:r>
              <a:rPr lang="en-IN" dirty="0"/>
              <a:t>Complaints may be sent to the wrong office.</a:t>
            </a:r>
          </a:p>
          <a:p>
            <a:pPr lvl="0"/>
            <a:r>
              <a:rPr lang="en-IN" dirty="0"/>
              <a:t>Administrative boundaries are changing.</a:t>
            </a:r>
          </a:p>
          <a:p>
            <a:pPr lvl="0"/>
            <a:r>
              <a:rPr lang="en-IN" dirty="0"/>
              <a:t>Issues can be delayed or transferred between departments.</a:t>
            </a:r>
          </a:p>
          <a:p>
            <a:pPr lvl="0"/>
            <a:r>
              <a:rPr lang="en-IN" dirty="0"/>
              <a:t>Citizens may not receive clear status updates.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238188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7C9F64-6253-00DA-F9CF-D65F0BBEC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WHY THIS MATTERS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E0FC2B-C1FA-F346-90D9-2D7C5FFFD2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Common Civic Problems</a:t>
            </a:r>
          </a:p>
          <a:p>
            <a:r>
              <a:rPr lang="en-IN" dirty="0"/>
              <a:t>🗑️ Garbage &amp; waste</a:t>
            </a:r>
            <a:br>
              <a:rPr lang="en-IN" dirty="0"/>
            </a:br>
            <a:r>
              <a:rPr lang="en-IN" dirty="0"/>
              <a:t>🚧 Potholes &amp; damaged roads</a:t>
            </a:r>
            <a:br>
              <a:rPr lang="en-IN" dirty="0"/>
            </a:br>
            <a:r>
              <a:rPr lang="en-IN" dirty="0"/>
              <a:t>💡 Broken streetlights</a:t>
            </a:r>
            <a:br>
              <a:rPr lang="en-IN" dirty="0"/>
            </a:br>
            <a:r>
              <a:rPr lang="en-IN" dirty="0"/>
              <a:t>🏗️ Construction &amp; demolition waste dumping</a:t>
            </a:r>
          </a:p>
          <a:p>
            <a:r>
              <a:rPr lang="en-IN" b="1" dirty="0"/>
              <a:t>Administrative Challenge</a:t>
            </a:r>
          </a:p>
          <a:p>
            <a:r>
              <a:rPr lang="en-IN" dirty="0"/>
              <a:t>Mysuru is undergoing administrative expansion, making it harder to determine </a:t>
            </a:r>
            <a:r>
              <a:rPr lang="en-IN" b="1" dirty="0"/>
              <a:t>who is responsible for a particular location</a:t>
            </a:r>
            <a:r>
              <a:rPr lang="en-IN" dirty="0"/>
              <a:t>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371028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DFB5F-3D80-084C-26B5-58884A583C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OUR SOLUTION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AFF2D3-FC30-F898-8A54-EC652F6E71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b="1" dirty="0"/>
              <a:t>MYSURU CIVIC ROUTER</a:t>
            </a:r>
          </a:p>
          <a:p>
            <a:r>
              <a:rPr lang="en-IN" dirty="0"/>
              <a:t>A </a:t>
            </a:r>
            <a:r>
              <a:rPr lang="en-IN" b="1" dirty="0"/>
              <a:t>location-based civic complaint routing system</a:t>
            </a:r>
            <a:r>
              <a:rPr lang="en-IN" dirty="0"/>
              <a:t> that identifies the most likely responsible authority.</a:t>
            </a:r>
          </a:p>
          <a:p>
            <a:r>
              <a:rPr lang="en-IN" b="1" dirty="0"/>
              <a:t>It uses:</a:t>
            </a:r>
          </a:p>
          <a:p>
            <a:r>
              <a:rPr lang="en-IN" dirty="0"/>
              <a:t>📍 </a:t>
            </a:r>
            <a:r>
              <a:rPr lang="en-IN" b="1" dirty="0"/>
              <a:t>Location</a:t>
            </a:r>
            <a:br>
              <a:rPr lang="en-IN" dirty="0"/>
            </a:br>
            <a:r>
              <a:rPr lang="en-IN" dirty="0"/>
              <a:t>🏷️ </a:t>
            </a:r>
            <a:r>
              <a:rPr lang="en-IN" b="1" dirty="0"/>
              <a:t>Issue Type</a:t>
            </a:r>
            <a:br>
              <a:rPr lang="en-IN" dirty="0"/>
            </a:br>
            <a:r>
              <a:rPr lang="en-IN" dirty="0"/>
              <a:t>🗺️ </a:t>
            </a:r>
            <a:r>
              <a:rPr lang="en-IN" b="1" dirty="0"/>
              <a:t>Administrative Boundaries</a:t>
            </a:r>
            <a:br>
              <a:rPr lang="en-IN" dirty="0"/>
            </a:br>
            <a:r>
              <a:rPr lang="en-IN" dirty="0"/>
              <a:t>🏛️ </a:t>
            </a:r>
            <a:r>
              <a:rPr lang="en-IN" b="1" dirty="0"/>
              <a:t>Authority Information</a:t>
            </a:r>
            <a:endParaRPr lang="en-IN" dirty="0"/>
          </a:p>
          <a:p>
            <a:r>
              <a:rPr lang="en-IN" b="1" dirty="0"/>
              <a:t>Then it automatically routes the complaint.</a:t>
            </a:r>
          </a:p>
          <a:p>
            <a:r>
              <a:rPr lang="en-IN" b="1" dirty="0"/>
              <a:t>No more guessing which office to contact.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18500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1FFF52-6493-AADC-0C4B-C2BCDC3E41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15911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SYSTEM ARCHITECTURE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9F203E-5C54-A0BC-9677-37BEC5D4E7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13732"/>
            <a:ext cx="10515600" cy="5754848"/>
          </a:xfrm>
        </p:spPr>
        <p:txBody>
          <a:bodyPr>
            <a:normAutofit fontScale="62500" lnSpcReduction="20000"/>
          </a:bodyPr>
          <a:lstStyle/>
          <a:p>
            <a:r>
              <a:rPr lang="en-IN" b="1" dirty="0"/>
              <a:t>SYSTEM ARCHITECTURE</a:t>
            </a:r>
          </a:p>
          <a:p>
            <a:r>
              <a:rPr lang="en-IN" b="1" dirty="0"/>
              <a:t>CITIZEN</a:t>
            </a:r>
          </a:p>
          <a:p>
            <a:r>
              <a:rPr lang="en-IN" dirty="0"/>
              <a:t>Complaint + Location + Issue Type</a:t>
            </a:r>
          </a:p>
          <a:p>
            <a:r>
              <a:rPr lang="en-IN" dirty="0"/>
              <a:t>↓</a:t>
            </a:r>
          </a:p>
          <a:p>
            <a:r>
              <a:rPr lang="en-IN" b="1" dirty="0"/>
              <a:t>FRONTEND</a:t>
            </a:r>
          </a:p>
          <a:p>
            <a:r>
              <a:rPr lang="en-IN" dirty="0"/>
              <a:t>Web Application + Interactive Map</a:t>
            </a:r>
          </a:p>
          <a:p>
            <a:r>
              <a:rPr lang="en-IN" dirty="0"/>
              <a:t>↓</a:t>
            </a:r>
          </a:p>
          <a:p>
            <a:r>
              <a:rPr lang="en-IN" b="1" dirty="0"/>
              <a:t>GEOSPATIAL ENGINE</a:t>
            </a:r>
          </a:p>
          <a:p>
            <a:r>
              <a:rPr lang="en-IN" dirty="0"/>
              <a:t>Location → Boundary → Responsible Authority</a:t>
            </a:r>
          </a:p>
          <a:p>
            <a:r>
              <a:rPr lang="en-IN" dirty="0"/>
              <a:t>↓</a:t>
            </a:r>
          </a:p>
          <a:p>
            <a:r>
              <a:rPr lang="en-IN" b="1" dirty="0"/>
              <a:t>BACKEND</a:t>
            </a:r>
          </a:p>
          <a:p>
            <a:r>
              <a:rPr lang="en-IN" dirty="0"/>
              <a:t>Complaint Processing &amp; Routing</a:t>
            </a:r>
          </a:p>
          <a:p>
            <a:r>
              <a:rPr lang="en-IN" dirty="0"/>
              <a:t>↓</a:t>
            </a:r>
          </a:p>
          <a:p>
            <a:r>
              <a:rPr lang="en-IN" b="1" dirty="0"/>
              <a:t>AUTHORITY</a:t>
            </a:r>
          </a:p>
          <a:p>
            <a:r>
              <a:rPr lang="en-IN" dirty="0"/>
              <a:t>Department Dashboard + Status Updates</a:t>
            </a:r>
          </a:p>
          <a:p>
            <a:r>
              <a:rPr lang="en-IN" dirty="0"/>
              <a:t>↓</a:t>
            </a:r>
          </a:p>
          <a:p>
            <a:r>
              <a:rPr lang="en-IN" b="1" dirty="0"/>
              <a:t>CITIZEN</a:t>
            </a:r>
          </a:p>
          <a:p>
            <a:r>
              <a:rPr lang="en-IN" b="1" dirty="0"/>
              <a:t>Track Complaint → Resolution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246346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52A9C9-468A-4A62-14C8-864BB46FF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KEY FEATURES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B5ED42-D5E1-FCAE-53EE-B30F238ED3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b="1" dirty="0"/>
              <a:t> Smart Location Detection</a:t>
            </a:r>
          </a:p>
          <a:p>
            <a:pPr marL="0" indent="0">
              <a:buNone/>
            </a:pPr>
            <a:r>
              <a:rPr lang="en-IN" dirty="0"/>
              <a:t>Identifies where the complaint was reported.</a:t>
            </a:r>
          </a:p>
          <a:p>
            <a:r>
              <a:rPr lang="en-IN" b="1" dirty="0"/>
              <a:t> Boundary-Based Routing</a:t>
            </a:r>
          </a:p>
          <a:p>
            <a:pPr marL="0" indent="0">
              <a:buNone/>
            </a:pPr>
            <a:r>
              <a:rPr lang="en-IN" dirty="0"/>
              <a:t>Checks administrative boundaries to identify responsibility.</a:t>
            </a:r>
          </a:p>
          <a:p>
            <a:r>
              <a:rPr lang="en-IN" b="1" dirty="0"/>
              <a:t> Issue Classification</a:t>
            </a:r>
          </a:p>
          <a:p>
            <a:pPr marL="0" indent="0">
              <a:buNone/>
            </a:pPr>
            <a:r>
              <a:rPr lang="en-IN" dirty="0"/>
              <a:t>Handles potholes, garbage, streetlights and other civic issues.</a:t>
            </a:r>
          </a:p>
          <a:p>
            <a:r>
              <a:rPr lang="en-IN" b="1" dirty="0"/>
              <a:t> Complaint Tracking</a:t>
            </a:r>
          </a:p>
          <a:p>
            <a:pPr marL="0" indent="0">
              <a:buNone/>
            </a:pPr>
            <a:r>
              <a:rPr lang="en-IN" dirty="0"/>
              <a:t>Citizens can monitor complaint progress.</a:t>
            </a:r>
          </a:p>
          <a:p>
            <a:r>
              <a:rPr lang="en-IN" b="1" dirty="0"/>
              <a:t> Authority Dashboard</a:t>
            </a:r>
          </a:p>
          <a:p>
            <a:pPr marL="0" indent="0">
              <a:buNone/>
            </a:pPr>
            <a:r>
              <a:rPr lang="en-IN" dirty="0"/>
              <a:t>Officials can view and manage assigned complaints.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043520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F8096-4932-FE19-F21F-3E22DFAB4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31829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HOW IT WORKS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03AE57-3051-C727-E8B9-0793423D83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41571"/>
            <a:ext cx="10515600" cy="4935392"/>
          </a:xfrm>
        </p:spPr>
        <p:txBody>
          <a:bodyPr>
            <a:normAutofit fontScale="62500" lnSpcReduction="20000"/>
          </a:bodyPr>
          <a:lstStyle/>
          <a:p>
            <a:r>
              <a:rPr lang="en-IN" b="1" dirty="0"/>
              <a:t>01 — REPORT</a:t>
            </a:r>
          </a:p>
          <a:p>
            <a:pPr marL="0" indent="0">
              <a:buNone/>
            </a:pPr>
            <a:r>
              <a:rPr lang="en-IN" dirty="0"/>
              <a:t>Citizen submits a civic complaint.</a:t>
            </a:r>
          </a:p>
          <a:p>
            <a:pPr marL="0" indent="0">
              <a:buNone/>
            </a:pPr>
            <a:r>
              <a:rPr lang="en-IN" dirty="0"/>
              <a:t>               ↓</a:t>
            </a:r>
          </a:p>
          <a:p>
            <a:r>
              <a:rPr lang="en-IN" b="1" dirty="0"/>
              <a:t>02 — LOCATE</a:t>
            </a:r>
          </a:p>
          <a:p>
            <a:pPr marL="0" indent="0">
              <a:buNone/>
            </a:pPr>
            <a:r>
              <a:rPr lang="en-IN" dirty="0"/>
              <a:t>System gets the complaint coordinates.</a:t>
            </a:r>
          </a:p>
          <a:p>
            <a:pPr marL="0" indent="0">
              <a:buNone/>
            </a:pPr>
            <a:r>
              <a:rPr lang="en-IN" dirty="0"/>
              <a:t>                ↓</a:t>
            </a:r>
          </a:p>
          <a:p>
            <a:r>
              <a:rPr lang="en-IN" b="1" dirty="0"/>
              <a:t>03 — ANALYZE</a:t>
            </a:r>
          </a:p>
          <a:p>
            <a:pPr marL="0" indent="0">
              <a:buNone/>
            </a:pPr>
            <a:r>
              <a:rPr lang="en-IN" dirty="0"/>
              <a:t>System checks the location and issue type.</a:t>
            </a:r>
          </a:p>
          <a:p>
            <a:pPr marL="0" indent="0">
              <a:buNone/>
            </a:pPr>
            <a:r>
              <a:rPr lang="en-IN" dirty="0"/>
              <a:t>                ↓</a:t>
            </a:r>
          </a:p>
          <a:p>
            <a:r>
              <a:rPr lang="en-IN" b="1" dirty="0"/>
              <a:t>04 — ROUTE</a:t>
            </a:r>
          </a:p>
          <a:p>
            <a:pPr marL="0" indent="0">
              <a:buNone/>
            </a:pPr>
            <a:r>
              <a:rPr lang="en-IN" dirty="0"/>
              <a:t>Complaint is assigned to the most likely responsible authority.</a:t>
            </a:r>
          </a:p>
          <a:p>
            <a:pPr marL="0" indent="0">
              <a:buNone/>
            </a:pPr>
            <a:r>
              <a:rPr lang="en-IN" dirty="0"/>
              <a:t>                 ↓</a:t>
            </a:r>
          </a:p>
          <a:p>
            <a:r>
              <a:rPr lang="en-IN" b="1" dirty="0"/>
              <a:t>05 — TRACK</a:t>
            </a:r>
          </a:p>
          <a:p>
            <a:pPr marL="0" indent="0">
              <a:buNone/>
            </a:pPr>
            <a:r>
              <a:rPr lang="en-IN" dirty="0"/>
              <a:t>Citizen follows the complaint until resolution.</a:t>
            </a:r>
          </a:p>
          <a:p>
            <a:r>
              <a:rPr lang="en-IN" b="1" dirty="0"/>
              <a:t>REPORT → LOCATE → ANALYZE → ROUTE → TRACK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31788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2A183-BFB4-2D47-29B9-B7E5F43CBF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TECHNOLOGY STACK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A49CB2-6039-B807-634A-47519995DD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IN" b="1" dirty="0"/>
              <a:t>FRONTEND</a:t>
            </a:r>
          </a:p>
          <a:p>
            <a:pPr marL="0" indent="0">
              <a:buNone/>
            </a:pPr>
            <a:r>
              <a:rPr lang="en-IN" b="1" dirty="0"/>
              <a:t>Html and </a:t>
            </a:r>
            <a:r>
              <a:rPr lang="en-IN" b="1" dirty="0" err="1"/>
              <a:t>css</a:t>
            </a:r>
            <a:endParaRPr lang="en-IN" dirty="0"/>
          </a:p>
          <a:p>
            <a:r>
              <a:rPr lang="en-IN" b="1" dirty="0"/>
              <a:t>MAP</a:t>
            </a:r>
          </a:p>
          <a:p>
            <a:pPr marL="0" indent="0">
              <a:buNone/>
            </a:pPr>
            <a:r>
              <a:rPr lang="en-IN" b="1" dirty="0" err="1"/>
              <a:t>MapLibre</a:t>
            </a:r>
            <a:r>
              <a:rPr lang="en-IN" b="1" dirty="0"/>
              <a:t> GL JS</a:t>
            </a:r>
            <a:endParaRPr lang="en-IN" dirty="0"/>
          </a:p>
          <a:p>
            <a:r>
              <a:rPr lang="en-IN" b="1" dirty="0"/>
              <a:t>BACKEND</a:t>
            </a:r>
          </a:p>
          <a:p>
            <a:pPr marL="0" indent="0">
              <a:buNone/>
            </a:pPr>
            <a:r>
              <a:rPr lang="en-IN" b="1" dirty="0"/>
              <a:t>Node.js + Express</a:t>
            </a:r>
            <a:endParaRPr lang="en-IN" dirty="0"/>
          </a:p>
          <a:p>
            <a:r>
              <a:rPr lang="en-IN" b="1" dirty="0"/>
              <a:t>DATABASE</a:t>
            </a:r>
          </a:p>
          <a:p>
            <a:pPr marL="0" indent="0">
              <a:buNone/>
            </a:pPr>
            <a:r>
              <a:rPr lang="en-IN" b="1" dirty="0"/>
              <a:t>PostgreSQL + </a:t>
            </a:r>
            <a:r>
              <a:rPr lang="en-IN" b="1" dirty="0" err="1"/>
              <a:t>PostGIS</a:t>
            </a:r>
            <a:endParaRPr lang="en-IN" dirty="0"/>
          </a:p>
          <a:p>
            <a:r>
              <a:rPr lang="en-IN" b="1" dirty="0"/>
              <a:t>GEOSPATIAL</a:t>
            </a:r>
          </a:p>
          <a:p>
            <a:pPr marL="0" indent="0">
              <a:buNone/>
            </a:pPr>
            <a:r>
              <a:rPr lang="en-IN" b="1" dirty="0" err="1"/>
              <a:t>GeoJSON</a:t>
            </a:r>
            <a:r>
              <a:rPr lang="en-IN" b="1" dirty="0"/>
              <a:t> + Turf.js</a:t>
            </a:r>
            <a:endParaRPr lang="en-IN" dirty="0"/>
          </a:p>
          <a:p>
            <a:r>
              <a:rPr lang="en-IN" b="1" dirty="0"/>
              <a:t>DEVELOPMENT</a:t>
            </a:r>
          </a:p>
          <a:p>
            <a:pPr marL="0" indent="0">
              <a:buNone/>
            </a:pPr>
            <a:r>
              <a:rPr lang="en-IN" b="1" dirty="0"/>
              <a:t>Visual Studio Code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876684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B6D11-2517-13D5-B5A6-7EE6B49E1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EXPECTED IMPACT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68237F-DF3B-B26B-6528-EA417256FD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IN" b="1" dirty="0"/>
              <a:t>👥 FOR CITIZENS</a:t>
            </a:r>
          </a:p>
          <a:p>
            <a:pPr marL="0" lvl="0" indent="0">
              <a:buNone/>
            </a:pPr>
            <a:r>
              <a:rPr lang="en-IN" dirty="0"/>
              <a:t>Simple complaint reporting</a:t>
            </a:r>
          </a:p>
          <a:p>
            <a:pPr marL="0" lvl="0" indent="0">
              <a:buNone/>
            </a:pPr>
            <a:r>
              <a:rPr lang="en-IN" dirty="0"/>
              <a:t>Correct authority identification</a:t>
            </a:r>
          </a:p>
          <a:p>
            <a:pPr marL="0" lvl="0" indent="0">
              <a:buNone/>
            </a:pPr>
            <a:r>
              <a:rPr lang="en-IN" dirty="0"/>
              <a:t>Transparent tracking</a:t>
            </a:r>
          </a:p>
          <a:p>
            <a:r>
              <a:rPr lang="en-IN" b="1" dirty="0"/>
              <a:t>🏛️ FOR AUTHORITIES</a:t>
            </a:r>
          </a:p>
          <a:p>
            <a:pPr marL="0" lvl="0" indent="0">
              <a:buNone/>
            </a:pPr>
            <a:r>
              <a:rPr lang="en-IN" dirty="0"/>
              <a:t>Reduced misrouting</a:t>
            </a:r>
          </a:p>
          <a:p>
            <a:pPr marL="0" lvl="0" indent="0">
              <a:buNone/>
            </a:pPr>
            <a:r>
              <a:rPr lang="en-IN" dirty="0"/>
              <a:t>Better complaint management</a:t>
            </a:r>
          </a:p>
          <a:p>
            <a:pPr marL="0" lvl="0" indent="0">
              <a:buNone/>
            </a:pPr>
            <a:r>
              <a:rPr lang="en-IN" dirty="0"/>
              <a:t>Clear responsibility</a:t>
            </a:r>
          </a:p>
          <a:p>
            <a:r>
              <a:rPr lang="en-IN" b="1" dirty="0"/>
              <a:t>🏙️ FOR MYSURU</a:t>
            </a:r>
          </a:p>
          <a:p>
            <a:pPr marL="0" lvl="0" indent="0">
              <a:buNone/>
            </a:pPr>
            <a:r>
              <a:rPr lang="en-IN" dirty="0"/>
              <a:t>Better civic coordination</a:t>
            </a:r>
          </a:p>
          <a:p>
            <a:pPr marL="0" lvl="0" indent="0">
              <a:buNone/>
            </a:pPr>
            <a:r>
              <a:rPr lang="en-IN" dirty="0"/>
              <a:t>Faster routing of complaints</a:t>
            </a:r>
          </a:p>
          <a:p>
            <a:pPr marL="0" lvl="0" indent="0">
              <a:buNone/>
            </a:pPr>
            <a:r>
              <a:rPr lang="en-IN" dirty="0"/>
              <a:t>Improved transparency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582282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8DAC3-6208-8993-1571-79820A6F0F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V="1">
            <a:off x="964035" y="-461395"/>
            <a:ext cx="10515600" cy="218113"/>
          </a:xfrm>
        </p:spPr>
        <p:txBody>
          <a:bodyPr>
            <a:normAutofit fontScale="90000"/>
          </a:bodyPr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88F688-A276-8EB7-CCED-7B395B8F48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5921" y="545284"/>
            <a:ext cx="10515600" cy="6202130"/>
          </a:xfrm>
        </p:spPr>
        <p:txBody>
          <a:bodyPr>
            <a:normAutofit/>
          </a:bodyPr>
          <a:lstStyle/>
          <a:p>
            <a:r>
              <a:rPr lang="en-IN" b="1" dirty="0"/>
              <a:t>MYSURU CIVIC ROUTER</a:t>
            </a:r>
          </a:p>
          <a:p>
            <a:r>
              <a:rPr lang="en-IN" b="1" dirty="0"/>
              <a:t>ONE CITY. ONE CONNECTED CIVIC SYSTEM.</a:t>
            </a:r>
          </a:p>
          <a:p>
            <a:pPr marL="0" indent="0">
              <a:buNone/>
            </a:pPr>
            <a:r>
              <a:rPr lang="en-IN" sz="2200" b="1" dirty="0"/>
              <a:t>Every complaint reaches the right office, with clear responsibility and transparent progress.</a:t>
            </a:r>
            <a:endParaRPr lang="en-IN" sz="2200" dirty="0"/>
          </a:p>
          <a:p>
            <a:r>
              <a:rPr lang="en-IN" b="1" dirty="0"/>
              <a:t>TEAM ID</a:t>
            </a:r>
          </a:p>
          <a:p>
            <a:pPr marL="0" indent="0">
              <a:buNone/>
            </a:pPr>
            <a:r>
              <a:rPr lang="en-IN" sz="2000" b="1" dirty="0"/>
              <a:t>HM26-7523</a:t>
            </a:r>
            <a:endParaRPr lang="en-IN" sz="2000" dirty="0"/>
          </a:p>
          <a:p>
            <a:r>
              <a:rPr lang="en-IN" b="1" dirty="0"/>
              <a:t>TEAM MEMBERS</a:t>
            </a:r>
          </a:p>
          <a:p>
            <a:pPr marL="0" indent="0">
              <a:buNone/>
            </a:pPr>
            <a:r>
              <a:rPr lang="en-IN" sz="2000" b="1" dirty="0"/>
              <a:t>Tejas M</a:t>
            </a:r>
            <a:br>
              <a:rPr lang="en-IN" sz="2000" dirty="0"/>
            </a:br>
            <a:r>
              <a:rPr lang="en-IN" sz="2000" b="1" dirty="0"/>
              <a:t>Jeevan Nag N</a:t>
            </a:r>
            <a:br>
              <a:rPr lang="en-IN" sz="2000" dirty="0"/>
            </a:br>
            <a:r>
              <a:rPr lang="en-IN" sz="2000" b="1" dirty="0"/>
              <a:t>Yashas M</a:t>
            </a:r>
            <a:br>
              <a:rPr lang="en-IN" sz="2000" dirty="0"/>
            </a:br>
            <a:r>
              <a:rPr lang="en-IN" sz="2000" b="1" dirty="0"/>
              <a:t>Nikhil M</a:t>
            </a:r>
            <a:endParaRPr lang="en-IN" sz="2000" dirty="0"/>
          </a:p>
          <a:p>
            <a:r>
              <a:rPr lang="en-IN" b="1" dirty="0"/>
              <a:t>HACKMYSURU 1.0</a:t>
            </a:r>
          </a:p>
          <a:p>
            <a:r>
              <a:rPr lang="en-IN" b="1" dirty="0"/>
              <a:t>Phase 1 — Civic Governance &amp; Clean Mysuru</a:t>
            </a:r>
            <a:endParaRPr lang="en-IN" dirty="0"/>
          </a:p>
          <a:p>
            <a:r>
              <a:rPr lang="en-IN" b="1" dirty="0"/>
              <a:t>THANK YOU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965429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479</Words>
  <Application>Microsoft Office PowerPoint</Application>
  <PresentationFormat>Widescreen</PresentationFormat>
  <Paragraphs>107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MYSURU CIVIC ROUTER</vt:lpstr>
      <vt:lpstr>THE PROBLEM </vt:lpstr>
      <vt:lpstr>WHY THIS MATTERS </vt:lpstr>
      <vt:lpstr>OUR SOLUTION </vt:lpstr>
      <vt:lpstr>SYSTEM ARCHITECTURE </vt:lpstr>
      <vt:lpstr>KEY FEATURES </vt:lpstr>
      <vt:lpstr>HOW IT WORKS </vt:lpstr>
      <vt:lpstr>TECHNOLOGY STACK </vt:lpstr>
      <vt:lpstr>EXPECTED IMPACT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tejasmteju310@gmail.com</dc:creator>
  <cp:lastModifiedBy>tejasmteju310@gmail.com</cp:lastModifiedBy>
  <cp:revision>1</cp:revision>
  <dcterms:created xsi:type="dcterms:W3CDTF">2026-09-20T15:43:26Z</dcterms:created>
  <dcterms:modified xsi:type="dcterms:W3CDTF">2026-09-20T16:04:41Z</dcterms:modified>
</cp:coreProperties>
</file>